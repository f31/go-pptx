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Sample (s004-audio)</a:t>
            </a:r>
          </a:p>
        </p:txBody>
      </p:sp>
      <p:pic>
        <p:nvPicPr>
          <p:cNvPr id="3" name="Audio 3"/>
          <p:cNvPicPr/>
          <p:nvPr>
            <a:audioFile r:link="rId2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sp>
        <p:nvSpPr>
          <p:cNvPr id="4" name="TextBox __SHAPE_ID__"/>
          <p:cNvSpPr txBox="1"/>
          <p:nvPr/>
        </p:nvSpPr>
        <p:spPr>
          <a:xfrm>
            <a:off x="914400" y="27432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Edited: Q3-2026 Audio Test</a:t>
            </a:r>
          </a:p>
        </p:txBody>
      </p:sp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