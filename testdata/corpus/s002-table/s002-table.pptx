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1496BE-47E9-4747-8BE9-311476E21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A51437-4ED5-4895-AC07-E3B39BC40A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32000" y="288000"/>
            <a:ext cx="8280000" cy="792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GPU Specification Matrix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" name="Table 1"/>
          <p:cNvGraphicFramePr/>
          <p:nvPr/>
        </p:nvGraphicFramePr>
        <p:xfrm>
          <a:off x="504000" y="1260000"/>
          <a:ext cx="8136000" cy="3168000"/>
        </p:xfrm>
        <a:graphic>
          <a:graphicData uri="http://schemas.openxmlformats.org/drawingml/2006/table">
            <a:tbl>
              <a:tblPr/>
              <a:tblGrid>
                <a:gridCol w="2034000"/>
                <a:gridCol w="2034000"/>
                <a:gridCol w="2034000"/>
                <a:gridCol w="2034000"/>
              </a:tblGrid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型号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显存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功耗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备注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H20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96GB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400W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推理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RTX6000D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96GB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300W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工作站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92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910B4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64GB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350W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国产算力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LibreOffice generated table</dc:title>
</cp:coreProperties>
</file>