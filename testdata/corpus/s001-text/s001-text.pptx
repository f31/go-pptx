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579D6E-12B2-4468-9D1E-6FF00D6118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C49893-5A9A-4997-95E8-6B892BC31DE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432000" y="288000"/>
            <a:ext cx="8280000" cy="792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Quarterly Report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Body"/>
          <p:cNvSpPr txBox="1"/>
          <p:nvPr/>
        </p:nvSpPr>
        <p:spPr>
          <a:xfrm>
            <a:off x="504000" y="1224000"/>
            <a:ext cx="8136000" cy="32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REPORT_BODY placeholder for ReplaceText gold action.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季度汇总保持不变，用于确认未触碰段落。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Emoji and symbols: GPU → HBM, 50% &amp; 100%.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LibreOffice generated plain text</dc:title>
</cp:coreProperties>
</file>