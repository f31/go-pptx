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udio.xml" ContentType="application/xml"/>
  <Override PartName="/docProps/core.xml" ContentType="application/vnd.openxmlformats-package.core-properties+xml"/>
  <Override PartName="/ppt/media/audio1.wav" ContentType="audio/wav"/>
  <Override PartName="/ppt/media/image1.png" ContentType="image/png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officeDocument/2006/relationships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3" Type="http://schemas.microsoft.com/office/2007/relationships/media" Target="../media/audio1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914400" y="914400"/>
            <a:ext cx="6096000" cy="914400"/>
          </a:xfrm>
          <a:prstGeom prst="rect">
            <a:avLst/>
          </a:prstGeom>
        </p:spPr>
        <p:txBody>
          <a:bodyPr/>
          <a:lstStyle/>
          <a:p>
            <a:r>
              <a:t>Audio Sample (s004-audio)</a:t>
            </a:r>
          </a:p>
        </p:txBody>
      </p:sp>
      <p:pic>
        <p:nvPicPr>
          <p:cNvPr id="3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49000" y="5715000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advTm="2500"/>
  <p:timing>
    <p:tnLst>
      <p:par>
        <p:cTn id="900000" dur="indefinite" restart="never" nodeType="tmRoot">
          <p:childTnLst>
            <p:audio>
              <p:cMediaNode vol="80000">
                <p:cTn id="900006" fill="hold" display="0">
                  <p:stCondLst>
                    <p:cond delay="0"/>
                  </p:st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go-pptx">
  <a:themeElements>
    <a:clrScheme name="go-ppt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o-ppt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go-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go-pptx</Application>
</Properties>
</file>

<file path=docProps/audio.xml><?xml version="1.0" encoding="utf-8"?>
<AudioProfiles xmlns="https://schemas.example.org/F31/go-pptx/audio/2026">
  <Profile trackKey="narration" role="narration" media="/ppt/media/audio1.wav" slide="/ppt/slides/slide1.xml" shapeID="3" durMs="2000" stMs="0" trigger="onSlideEnter" sha256="94a119b3391404aa8e3bdf54f138facbcc6d9a9b78742627e864204cd2eb7c2b" version="1"/>
</AudioProfiles>
</file>

<file path=docProps/core.xml><?xml version="1.0" encoding="utf-8"?>
<cp:coreProperties xmlns:cp="http://schemas.openxmlformats.org/package/2006/metadata/core-properties" xmlns:dc="http://purl.org/dc/elements/1.1/">
  <dc:creator>go-pptx</dc:creator>
</cp:coreProperties>
</file>