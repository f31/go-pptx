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默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DF53F4-8B82-4279-BED9-331B52B58FA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zh-CN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&lt;日期/时间&gt;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BBD1C39-6AB2-40EF-9A91-F4911103E0BE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"/>
          <p:cNvSpPr txBox="1"/>
          <p:nvPr/>
        </p:nvSpPr>
        <p:spPr>
          <a:xfrm>
            <a:off x="432000" y="288000"/>
            <a:ext cx="8280000" cy="79200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Image and Caption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Caption"/>
          <p:cNvSpPr txBox="1"/>
          <p:nvPr/>
        </p:nvSpPr>
        <p:spPr>
          <a:xfrm>
            <a:off x="504000" y="4104000"/>
            <a:ext cx="8136000" cy="602280"/>
          </a:xfrm>
          <a:prstGeom prst="rect">
            <a:avLst/>
          </a:prstGeom>
          <a:solidFill>
            <a:schemeClr val="accent1"/>
          </a:solidFill>
          <a:ln w="38160">
            <a:solidFill>
              <a:schemeClr val="accent1">
                <a:lumMod val="75000"/>
                <a:lumOff val="0"/>
              </a:schemeClr>
            </a:solidFill>
            <a:round/>
          </a:ln>
        </p:spPr>
        <p:txBody>
          <a:bodyPr lIns="90000" tIns="45000" rIns="90000" bIns="45000" anchor="t">
            <a:spAutoFit/>
          </a:bodyPr>
          <a:p>
            <a:pPr/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Synthetic PNG generated by scripts/gen_corpus; exported to PPTX by LibreOffice.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Picture 1"/>
          <p:cNvPicPr/>
          <p:nvPr/>
        </p:nvPicPr>
        <p:blipFill>
          <a:blip r:embed="rId1"/>
          <a:stretch/>
        </p:blipFill>
        <p:spPr>
          <a:xfrm>
            <a:off x="2304000" y="1440000"/>
            <a:ext cx="4320000" cy="2448000"/>
          </a:xfrm>
          <a:prstGeom prst="rect">
            <a:avLst/>
          </a:prstGeom>
          <a:noFill/>
          <a:ln w="3816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zh-CN</dc:language>
  <cp:lastModifiedBy/>
  <cp:revision>0</cp:revision>
  <dc:subject/>
  <dc:title>LibreOffice generated picture</dc:title>
</cp:coreProperties>
</file>