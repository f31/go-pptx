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DF53F4-8B82-4279-BED9-331B52B58F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BBD1C39-6AB2-40EF-9A91-F4911103E0B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432000" y="288000"/>
            <a:ext cx="8280000" cy="792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Image and Caption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Caption"/>
          <p:cNvSpPr txBox="1"/>
          <p:nvPr/>
        </p:nvSpPr>
        <p:spPr>
          <a:xfrm>
            <a:off x="504000" y="4104000"/>
            <a:ext cx="8136000" cy="60228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Generated PNG generated by scripts/gen_corpus; exported to PPTX by LibreOffice.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1"/>
          <p:cNvPicPr/>
          <p:nvPr/>
        </p:nvPicPr>
        <p:blipFill>
          <a:blip r:embed="rId1"/>
          <a:stretch/>
        </p:blipFill>
        <p:spPr>
          <a:xfrm>
            <a:off x="2304000" y="1440000"/>
            <a:ext cx="4320000" cy="2448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LibreOffice generated picture</dc:title>
</cp:coreProperties>
</file>