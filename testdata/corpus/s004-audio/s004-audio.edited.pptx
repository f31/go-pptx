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Test (Q3-2026)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</p:nvPr>
        </p:nvPicPr>
        <p:blipFill>
          <a:blip r:embed="rId3"/>
          <a:stretch>
            <a:fillRect/>
          </a:stretch>
        </p:blipFill>
        <p:spPr>
          <a:xfrm>
            <a:off x="914400" y="27432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